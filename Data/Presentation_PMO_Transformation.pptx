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560320"/>
            <a:ext cx="27432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</a:t>
            </a:r>
            <a:endParaRPr lang="en-US" sz="4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Bancaire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Plateforme de pilotage du programme de transformation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Présentation au Comité de Pilotage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Mars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Contexte &amp; Enjeux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programme de transformation bancaire implique la coordination de multiples chantiers, équipes et parties prenantes. Le suivi manuel par fichiers Excel et e-mails génère 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Manque de visibilité en temps réel sur l'avancement des chantiers
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Difficulté à identifier les risques et blocages rapidement
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Reporting manuel chronophage pour les comités (CTP, CTR)
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Absence de suivi centralisé des adhérences inter-chantiers
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Pas de traçabilité des décisions et actions RAID
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64515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Notre solution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937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plateforme web centralisée de pilotage PMO, construite sur mesure pour répondre aux besoins spécifiques du programme de transformation bancaire.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d'ensemble de la plateforme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KPIs programme, graphiques interactifs, vue consolidée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0332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Chantiers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 chantiers, fiches détaillées, avancement automatique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Risques, Actions, Informations, Décisions + Kanban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0" y="1188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89720" y="12801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Jalons &amp; Planning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2396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par phase, modèles configurables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🏛️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Gouvernance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Comités, Dashboards CTP/CTR, Calendrier, RMD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0332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Ressources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Équipes, profils, capacité, saisie temps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44652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Adhérences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8076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Dépendances inter-chantiers, criticité, suivi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686800" y="27432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5240">
            <a:solidFill>
              <a:srgbClr val="D94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89720" y="2834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6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 / Backlog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823960" y="3246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Questions/consultations par chantier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 — Vue consolidée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Chantiers actifs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3172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331720" y="1691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ouvertes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0624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06240" y="1691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Risques actifs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MAD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80760" y="1691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total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95528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955280" y="1691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Décisions en attente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82980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9800" y="12344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29800" y="1691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Taux clôture actions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tableau de bord offre une vue temps réel de l'état du programme 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283464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14 graphiques interactifs : statuts, risques, budget par domaine, matrice des risques, burndown, capacité
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KPIs consolidés recalculés automatiquement à chaque modification
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Vue par domaine, par priorité, par statut avec filtres dynamiques
</a:t>
            </a:r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Alertes visuelles sur les actions échues et risques critiques
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Chantiers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Chaque chantier dispose d'une fiche complète avec 6 onglets dédiés 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Indicateurs (KPI)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Avancement, planification, risques, capacités &amp; coûts, Q&amp;A, adhérences — tout en un coup d'œil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7190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Jalons &amp; Timeline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20116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visuelle par phase avec jalons positionnés, dates prévues, indicateur aujourd'hui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363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4290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Actions, risques, décisions et informations spécifiques au chantier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06324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1363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Équipe &amp; Organigramme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42900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Directeur, suppléant, équipes (PMO, AMOA, MOE, Métiers, Sécurité, EI), RMD associés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5537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8463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Ventilation détaillée : projet, conseil éditeurs, licences, infras + consommation JH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480560"/>
            <a:ext cx="5486400" cy="1234440"/>
          </a:xfrm>
          <a:prstGeom prst="roundRect">
            <a:avLst>
              <a:gd name="adj" fmla="val 7407"/>
            </a:avLst>
          </a:prstGeom>
          <a:solidFill>
            <a:srgbClr val="F0FDF4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5537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48463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Questions/consultations liées au chantier avec statuts et priorités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Avancement et statut calculés automatiquement depuis les jalons (pondération par phase configurable)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RAID — Risques, Actions, Informations, Décisions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Registre RAID complet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1005840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4 types : Risques, Actions, Informations, Décisions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Filtres avancés : statut, domaine, catégorie, responsable, criticité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Matrice des risques (Impact × Probabilité) avec score automatique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Tri multi-colonnes et pagination
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Kanban interactif (Actions)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493008"/>
            <a:ext cx="10058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Colonnes par statut — workflow configurable depuis les Paramètres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Drag &amp; drop pour changer le statut d'une action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Vue visuelle claire de la progression du traitement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71830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Calendrier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084064"/>
            <a:ext cx="100584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Vue calendrier des échéances RAID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Navigation mois par mois avec détails au clic
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Jalons &amp; Planification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Précadrage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Exécution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1188720"/>
            <a:ext cx="2651760" cy="73152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0" y="11887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Clôture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1325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52160" y="1325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0" y="13258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Timeline visuelle avec positionnement automatique des jalons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Dates prévues du chantier affichées en lignes pointillées bleues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Indicateur "Aujourd'hui" avec marqueur visuel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Modèle de jalons configurable depuis les Paramètres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Application en un clic du modèle par défaut sur les nouveaux chantiers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Avancement automatique pondéré par phase (poids configurables)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Statut du chantier dérivé automatiquement de la phase en cours
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Gouvernance — Dashboards CTP &amp; CTR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CTP (Comité de Transformation Programme)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Période mensuelle (sélection mois/année)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Taux d'avancement du programme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SPI (Schedule Performance Index)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CPI (Cost Performance Index)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Météo du programme (☀️ ⛅ 🌥️ ⛈️)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Taux de Go-Live &amp; cible annuelle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Risques majeurs &amp; bloquants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Tableau des décisions requises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Barre de consommation budget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18872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26187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CTR (Comité de Transformation Restreint)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155448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Période personnalisée (date début/fin)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Mêmes KPIs de base +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Adhérence au planning FDR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Taux de staffing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Top 5 chantiers à surveiller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— Phase, Avancement, SPI, Météo, Tendance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Principaux risques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Consommation budget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Remplace le reporting PowerPoint manuel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 dashboards sont générés dynamiquement depuis les données réelles du programme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Ressources, Capacité &amp; Saisie Temps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618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Gestion des Ressources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Fiches ressources : nom, type (Interne/Externe/Consultant), profil, TJM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Profils paramétrables avec tarifs par défaut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Affectation aux chantiers avec % de charge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1887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2618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de Capacité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155448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Vue consolidée de la capacité par mois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Planifié vs Réel avec graphiques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Identification des surcharges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118872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12618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Saisie Temps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83880" y="155448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Saisie hebdomadaire par ressource et chantier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Validation et historique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Calcul automatique du taux de consommation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Adhérences inter-chantiers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des dépendances entre chantiers avec niveau de criticité (Bloquante → Faible), statut de résolution, responsables, et contrats d'interface.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Paramétrage &amp; Configuration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plateforme est entièrement configurable par les administrateurs 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1907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Pondération des phases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Poids de chaque phase (Précadrage, Cadrage, Exécution, Clôture) pour le calcul automatique de l'avancement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163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Modèles de jalons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Jalons par défaut par phase, configurables avec nom et position (%). Application en un clic aux nouveaux chantiers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905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136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RAID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Statuts personnalisables par type RAID (couleurs, ordre). Le Kanban s'adapte automatiquement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93776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0109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Seuils d'alerte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 de relance (jours), seuil Q&amp;A critique (heures) pour les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Stack Technique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1887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16 (App Router) + React 19 + TypeScript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+ shadcn/ui + Radix UI + Lucide Icons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517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651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Actions (Next.js) — pas d'API REST séparée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données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+ Prisma ORM — léger, portable, sans serveur DB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14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Interactivité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Kanban (dnd-kit), Calendrier, Graphiques (Recharts)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2011680" cy="548640"/>
          </a:xfrm>
          <a:prstGeom prst="roundRect">
            <a:avLst>
              <a:gd name="adj" fmla="val 8333"/>
            </a:avLst>
          </a:prstGeom>
          <a:solidFill>
            <a:srgbClr val="D946E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46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intégrée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4846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assistant contextuel (Groq LLM) pour aide au pilotage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Déploiement recommandé : VPS (Hetzner/OVH) avec PM2 + Nginx, ou Railway/Fly.io pour un déploiement en un clic.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Prochaines étapes &amp;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Transformation Bancaire | Confidentiel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Court terme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Déploiement sur serveur partagé pour l'équipe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Formation des utilisateurs clés (PMO, Directeurs de chantier)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Import des données existantes (si migration depuis Excel)
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118872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11887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Moyen terme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0" y="182880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Authentification et gestion des rôles (RBAC)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Notifications par email (échéances, alertes)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Export PDF des dashboards CTP/CTR
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188720"/>
            <a:ext cx="3611880" cy="502920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1887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terme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83880" y="1828800"/>
            <a:ext cx="3337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Migration vers PostgreSQL (si montée en charge)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Intégration avec outils existants (MS Project, Jira)
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Module de reporting avancé et prédictif
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5029200"/>
            <a:ext cx="5760720" cy="914400"/>
          </a:xfrm>
          <a:prstGeom prst="roundRect">
            <a:avLst>
              <a:gd name="adj" fmla="val 8000"/>
            </a:avLst>
          </a:prstGeom>
          <a:solidFill>
            <a:srgbClr val="0F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502920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Prêt pour une démonstration en direct 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2026-03-26T21:15:07Z</dcterms:created>
  <dcterms:modified xsi:type="dcterms:W3CDTF">2026-03-26T21:15:07Z</dcterms:modified>
</cp:coreProperties>
</file>